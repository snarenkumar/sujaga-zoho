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41B2E"/>
          </a:solidFill>
          <a:ln w="12700">
            <a:solidFill>
              <a:srgbClr val="38BDF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LAYER  —  Zoho Vault (encryption)      Zoho Directory (role-based access &amp; audit logs)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53212" y="16002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" y="1764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Sheet + Creator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2940" y="2167128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entry / capture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83180" y="2135124"/>
            <a:ext cx="219456" cy="164592"/>
          </a:xfrm>
          <a:prstGeom prst="rightArrow">
            <a:avLst/>
          </a:prstGeom>
          <a:solidFill>
            <a:srgbClr val="475569"/>
          </a:solidFill>
          <a:ln/>
        </p:spPr>
      </p:sp>
      <p:sp>
        <p:nvSpPr>
          <p:cNvPr id="8" name="Shape 6"/>
          <p:cNvSpPr/>
          <p:nvPr/>
        </p:nvSpPr>
        <p:spPr>
          <a:xfrm>
            <a:off x="2820924" y="16002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2364" y="1764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30652" y="2167128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trigger on new row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50892" y="2135124"/>
            <a:ext cx="219456" cy="164592"/>
          </a:xfrm>
          <a:prstGeom prst="rightArrow">
            <a:avLst/>
          </a:prstGeom>
          <a:solidFill>
            <a:srgbClr val="475569"/>
          </a:solidFill>
          <a:ln/>
        </p:spPr>
      </p:sp>
      <p:sp>
        <p:nvSpPr>
          <p:cNvPr id="12" name="Shape 10"/>
          <p:cNvSpPr/>
          <p:nvPr/>
        </p:nvSpPr>
        <p:spPr>
          <a:xfrm>
            <a:off x="5088636" y="16002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0076" y="1764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DataPrep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98364" y="2167128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Auto-join FIR/Accused/Victim/Timeline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18604" y="2135124"/>
            <a:ext cx="219456" cy="164592"/>
          </a:xfrm>
          <a:prstGeom prst="rightArrow">
            <a:avLst/>
          </a:prstGeom>
          <a:solidFill>
            <a:srgbClr val="475569"/>
          </a:solidFill>
          <a:ln/>
        </p:spPr>
      </p:sp>
      <p:sp>
        <p:nvSpPr>
          <p:cNvPr id="16" name="Shape 14"/>
          <p:cNvSpPr/>
          <p:nvPr/>
        </p:nvSpPr>
        <p:spPr>
          <a:xfrm>
            <a:off x="7356348" y="16002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271A22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7788" y="1764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Catalyst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66076" y="2167128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matching, scoring, clustering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86316" y="2135124"/>
            <a:ext cx="219456" cy="164592"/>
          </a:xfrm>
          <a:prstGeom prst="rightArrow">
            <a:avLst/>
          </a:prstGeom>
          <a:solidFill>
            <a:srgbClr val="475569"/>
          </a:solidFill>
          <a:ln/>
        </p:spPr>
      </p:sp>
      <p:sp>
        <p:nvSpPr>
          <p:cNvPr id="20" name="Shape 18"/>
          <p:cNvSpPr/>
          <p:nvPr/>
        </p:nvSpPr>
        <p:spPr>
          <a:xfrm>
            <a:off x="9624060" y="16002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5500" y="1764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Analytics + Zia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33788" y="2167128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Dashboards, maps, NL chatbot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93692" y="33375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0F172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93692" y="33375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 Chat  •  Supervisor Dashboard  •  Data Entry Form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38460" y="2862072"/>
            <a:ext cx="182880" cy="411480"/>
          </a:xfrm>
          <a:prstGeom prst="downArrow">
            <a:avLst/>
          </a:prstGeom>
          <a:solidFill>
            <a:srgbClr val="47556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note: Catalyst's matching/scoring logic is simulated with seeded test data for this demo — the data flow and Zoho architecture shown are the real production design.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Zero data leaves Zoho's private cloud  •  Zero third-party AI calls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2026-07-26T18:01:24Z</dcterms:created>
  <dcterms:modified xsi:type="dcterms:W3CDTF">2026-07-26T18:01:24Z</dcterms:modified>
</cp:coreProperties>
</file>